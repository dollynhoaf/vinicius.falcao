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661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sessions/trusting-intelligent-goldberg/mnt/HDrive/imagens/Projetos v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94310"/>
            <a:ext cx="393192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91E8C"/>
                </a:solidFill>
              </a:rPr>
              <a:t>Case Study  ·  Plataforma B2B  ·  2024–2026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Substituí WhatsApp, e-mail e Excel de uma proptech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52247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8F4F4"/>
                </a:solidFill>
              </a:rPr>
              <a:t>— e hoje 340 projetos imobiliários são gerenciados em um único lugar.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611880"/>
            <a:ext cx="4297680" cy="2286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B7280"/>
                </a:solidFill>
              </a:rPr>
              <a:t>ROLE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UX Designer — end-to-end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20240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B7280"/>
                </a:solidFill>
              </a:rPr>
              <a:t>TIMELINE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92024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V1 em 6 meses · até v3.0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83280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6B7280"/>
                </a:solidFill>
              </a:rPr>
              <a:t>TOOLS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38328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Figma · DS próprio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</a:rPr>
              <a:t>CONTEXTO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B"/>
                </a:solidFill>
              </a:rPr>
              <a:t>O que é a Housi?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Proptech brasileira que oferece tecnologia predial, arquitetura e expertise em vendas para incorporadoras. Cada contrato é customizado — e cada projeto percorre um ciclo longo, da assinatura até a entrega das chaves.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41148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0" y="411480"/>
            <a:ext cx="64008" cy="137160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36592" y="576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91E8C"/>
                </a:solidFill>
              </a:rPr>
              <a:t>PRODUTO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36592" y="8503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B"/>
                </a:solidFill>
              </a:rPr>
              <a:t>Plataforma B2B de backoffice (intranet)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12280" y="41148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812280" y="411480"/>
            <a:ext cx="64008" cy="137160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976872" y="576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91E8C"/>
                </a:solidFill>
              </a:rPr>
              <a:t>PLATAFORMA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76872" y="8503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B"/>
                </a:solidFill>
              </a:rPr>
              <a:t>Web desktop-first (1440px)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64008" cy="137160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36592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91E8C"/>
                </a:solidFill>
              </a:rPr>
              <a:t>MEU PAPEL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36592" y="235915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B"/>
                </a:solidFill>
              </a:rPr>
              <a:t>UX Designer — design end-to-end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92024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812280" y="1920240"/>
            <a:ext cx="64008" cy="137160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976872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91E8C"/>
                </a:solidFill>
              </a:rPr>
              <a:t>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76872" y="235915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B"/>
                </a:solidFill>
              </a:rPr>
              <a:t>Em operação · 340 projetos ativos · março 2026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520440"/>
            <a:ext cx="4389120" cy="1005840"/>
          </a:xfrm>
          <a:prstGeom prst="rect">
            <a:avLst/>
          </a:prstGeom>
          <a:solidFill>
            <a:srgbClr val="1A2E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91E8C"/>
                </a:solidFill>
              </a:rPr>
              <a:t>Duração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V1 entregue em 6 meses · em evolução contínua até v3.0</a:t>
            </a:r>
            <a:endParaRPr lang="en-US" sz="1200" dirty="0"/>
          </a:p>
        </p:txBody>
      </p:sp>
      <p:pic>
        <p:nvPicPr>
          <p:cNvPr id="24" name="Image 0" descr="/sessions/trusting-intelligent-goldberg/mnt/HDrive/imagens/projetos v1 mv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743200"/>
            <a:ext cx="3840480" cy="21031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V1 MVP — o ponto de partida da plataforma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</a:rPr>
              <a:t>DESAFIO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B"/>
                </a:solidFill>
              </a:rPr>
              <a:t>O Problema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206240" cy="1463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91E8C"/>
                </a:solidFill>
              </a:rPr>
              <a:t>DO LADO DO USUÁRIO (INCORPORADORAS)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As incorporadoras não tinham como acompanhar em que etapa seu projeto estava. Colaboradores da Housi produziam mapas em PowerPoint e enviavam manualmente — um processo que não escalava e dependia de cada pessoa lembrar de enviar.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206240" cy="1417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2E3B"/>
                </a:solidFill>
              </a:rPr>
              <a:t>DO LADO DO NEGÓCIO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340156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Toda a informação sobre cada projeto vivia em uma única pessoa. Arquivos trafegavam por e-mail e WhatsApp ao longo de meses, sem padrão, sem rastreabilidade — e se perdiam com o tempo.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"/>
            <a:ext cx="4023360" cy="4572000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/sessions/trusting-intelligent-goldberg/mnt/HDrive/imagens/projetos v1 mv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3480" y="457200"/>
            <a:ext cx="3749040" cy="4206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4632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V1 MVP — antes da plataforma atual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91E8C"/>
                </a:solidFill>
              </a:rPr>
              <a:t>SOLUÇÃO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Solução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4"/>
                </a:solidFill>
              </a:rPr>
              <a:t>Dois ambientes conectados — para o time interno e para as incorporadoras — organizados em torno de um mapa visual de cada projeto.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4800" cy="1417320"/>
          </a:xfrm>
          <a:prstGeom prst="rect">
            <a:avLst/>
          </a:prstGeom>
          <a:solidFill>
            <a:srgbClr val="253B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64008" cy="141732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58368" y="19842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1E8C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8424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Trilha visual de progresso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4688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</a:rPr>
              <a:t>11 macro-etapas · 33 micro-etapas com responsável, status e dependências. Zero dependência do time Housi para que o cliente saiba onde o projeto está.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874520"/>
            <a:ext cx="4114800" cy="1417320"/>
          </a:xfrm>
          <a:prstGeom prst="rect">
            <a:avLst/>
          </a:prstGeom>
          <a:solidFill>
            <a:srgbClr val="253B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846320" y="1874520"/>
            <a:ext cx="64008" cy="141732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47488" y="19842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1E8C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198424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Formulários e uploads por subetapa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7488" y="24688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</a:rPr>
              <a:t>Cada interação no formato certo — formulário com salvamento progressivo ou upload direto, dependendo do que a etapa exige.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114800" cy="1417320"/>
          </a:xfrm>
          <a:prstGeom prst="rect">
            <a:avLst/>
          </a:prstGeom>
          <a:solidFill>
            <a:srgbClr val="253B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64008" cy="141732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8368" y="3538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1E8C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53872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Cadastro modular com toggles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0233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</a:rPr>
              <a:t>Cada contrato é customizado. Etapas e subetapas habilitadas/desabilitadas individualmente por projeto via switches visuais.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429000"/>
            <a:ext cx="4114800" cy="1417320"/>
          </a:xfrm>
          <a:prstGeom prst="rect">
            <a:avLst/>
          </a:prstGeom>
          <a:solidFill>
            <a:srgbClr val="253B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846320" y="3429000"/>
            <a:ext cx="64008" cy="141732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47488" y="3538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1E8C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353872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Onboarding automático embutido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47488" y="40233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</a:rPr>
              <a:t>Ao cadastrar um projeto, o sistema cria o acesso do cliente e dispara o e-mail de boas-vindas — efeito colateral do fluxo existente.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91E8C"/>
                </a:solidFill>
              </a:rPr>
              <a:t>01  TRILHA VISUAL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B"/>
                </a:solidFill>
              </a:rPr>
              <a:t>Trilha visual de progresso por etapas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Cada projeto ganhou uma linha do tempo visual com 11 macro-etapas e 33 micro-etapas — cada uma com responsável definido, status e dependências.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As incorporadoras passaram a ver, em tempo real, o que aconteceu e o que precisam fazer agora.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794760"/>
            <a:ext cx="3383280" cy="77724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3840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dependência do time Housi para que o cliente saiba onde o projeto está.</a:t>
            </a:r>
            <a:endParaRPr lang="en-US" sz="1100" dirty="0"/>
          </a:p>
        </p:txBody>
      </p:sp>
      <p:pic>
        <p:nvPicPr>
          <p:cNvPr id="9" name="Image 0" descr="/sessions/trusting-intelligent-goldberg/mnt/HDrive/imagens/Projetos v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06240" y="137160"/>
            <a:ext cx="4754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sessions/trusting-intelligent-goldberg/mnt/HDrive/imagens/Upload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228600"/>
            <a:ext cx="438912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411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91E8C"/>
                </a:solidFill>
              </a:rPr>
              <a:t>02  UPLOADS E FORMULÁRIOS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0" y="7315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B"/>
                </a:solidFill>
              </a:rPr>
              <a:t>Cada interação no formato certo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0" y="18745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Antes da plataforma, cada subetapa seguia o mesmo fluxo: e-mail com modelo em Word para preencher e devolver. Sem padrão, sem rastreabilidade — cada um resolvia do seu jeito.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0" y="3246120"/>
            <a:ext cx="3749040" cy="7498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029200" y="3246120"/>
            <a:ext cx="64008" cy="74980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193792" y="333756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Formulário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93792" y="3639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Salvamento progressivo → PDF gerado automaticamente ao concluir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4133088"/>
            <a:ext cx="3749040" cy="7498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029200" y="4133088"/>
            <a:ext cx="64008" cy="74980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193792" y="422452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Upload direto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93792" y="4526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Arquivo organizado automaticamente na pasta da etapa correspondente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91E8C"/>
                </a:solidFill>
              </a:rPr>
              <a:t>03  CADASTRO MODULAR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B"/>
                </a:solidFill>
              </a:rPr>
              <a:t>Configuração personalizada por projeto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Como cada contrato é customizado, a plataforma reflete isso. O colaborador habilita ou desabilita etapas e subetapas individualmente por projeto, usando switches visuais.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2E3B"/>
                </a:solidFill>
              </a:rPr>
              <a:t>"Simples, sem ambiguidade — e com efeito imediato na trilha que o cliente enxerga."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228600"/>
            <a:ext cx="397764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sessions/trusting-intelligent-goldberg/mnt/HDrive/imagens/toggles novo projet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3480" y="411480"/>
            <a:ext cx="370332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4663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Wireframe — cadastro modular de etapas por projeto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2E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91E8C"/>
                </a:solidFill>
              </a:rPr>
              <a:t>04  ONBOARDING AUTOMÁTICO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 onboarding acontece como efeito colateral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4"/>
                </a:solidFill>
              </a:rPr>
              <a:t>Ao cadastrar um novo projeto, o colaborador preenche o e-mail do cliente como campo obrigatório. O sistema valida, cria o acesso e dispara o e-mail de boas-vindas.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O cliente chega à plataforma com o projeto já visível — sem nenhuma etapa extra para o time Housi.</a:t>
            </a:r>
            <a:endParaRPr lang="en-US" sz="1300" dirty="0"/>
          </a:p>
        </p:txBody>
      </p:sp>
      <p:pic>
        <p:nvPicPr>
          <p:cNvPr id="7" name="Image 0" descr="/sessions/trusting-intelligent-goldberg/mnt/HDrive/imagens/projeto criado mv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36576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</a:rPr>
              <a:t>PESQUISA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B"/>
                </a:solidFill>
              </a:rPr>
              <a:t>Research &amp; Discovery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</a:rPr>
              <a:t>Mapeamento antes de qualquer tela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Antes de abrir o Figma, documentei as 11 macro-etapas e suas micro-etapas em conversas diretas com os colaboradores operacionais — as pessoas que viviam o processo no dia a dia.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E3B"/>
                </a:solidFill>
              </a:rPr>
              <a:t>"A dor principal não era visual: era de rastreabilidade e responsabilidade."</a:t>
            </a:r>
            <a:endParaRPr lang="en-US" sz="1200" dirty="0"/>
          </a:p>
        </p:txBody>
      </p:sp>
      <p:pic>
        <p:nvPicPr>
          <p:cNvPr id="7" name="Image 0" descr="/sessions/trusting-intelligent-goldberg/mnt/HDrive/imagens/mapeamento de arquiv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657600"/>
            <a:ext cx="4114800" cy="1234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0" y="1188720"/>
            <a:ext cx="374904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029200" y="1188720"/>
            <a:ext cx="3749040" cy="73152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303520" y="1417320"/>
            <a:ext cx="658368" cy="658368"/>
          </a:xfrm>
          <a:prstGeom prst="ellipse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303520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3B"/>
                </a:solidFill>
              </a:rPr>
              <a:t>AP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8076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</a:rPr>
              <a:t>Ana Paula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80760" y="17647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Gerente de Incorporação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57800" y="2286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Acompanha 4 projetos simultâneos e precisava ligar para o time Housi toda semana para saber o status de cada um.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57800" y="3200400"/>
            <a:ext cx="3337560" cy="228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257800" y="3291840"/>
            <a:ext cx="64008" cy="123444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422392" y="331012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2E3B"/>
                </a:solidFill>
              </a:rPr>
              <a:t>"Antes eu não sabia se o projeto estava atrasado ou se ninguém tinha me avisado."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</a:rPr>
              <a:t>ARQUITETURA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B"/>
                </a:solidFill>
              </a:rPr>
              <a:t>Information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508760"/>
          </a:xfrm>
          <a:prstGeom prst="rect">
            <a:avLst/>
          </a:prstGeom>
          <a:solidFill>
            <a:srgbClr val="1A2E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Ambiente Colaborador (interno)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Controle granular — cadastro de projetos, configuração de etapas por contrato, onboarding de clientes, visibilidade consolidada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325880"/>
            <a:ext cx="3977640" cy="1508760"/>
          </a:xfrm>
          <a:prstGeom prst="rect">
            <a:avLst/>
          </a:prstGeom>
          <a:solidFill>
            <a:srgbClr val="E91E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9834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Ambiente Incorporadora (cliente)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Autoexplicativo — sem jargão interno, foco em 'o que aconteceu' e 'o que preciso fazer agora'. Zero ligações para o time Housi.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2011680"/>
            <a:ext cx="329184" cy="4572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</a:rPr>
              <a:t>Wireframes de baixa fidelidade para alinhar fluxo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Desenhei os principais fluxos em wireframe antes de qualquer decisão visual — especialmente o cadastro de projetos e a trilha de etapas. Iterar em wireframe permitiu ajustar hierarquia e lógica de interação sem custo alto.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97480"/>
            <a:ext cx="416052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0" descr="/sessions/trusting-intelligent-goldberg/mnt/HDrive/imagens/toggles novo projet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3752" y="2816352"/>
            <a:ext cx="3922776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</a:rPr>
              <a:t>DESIGN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B"/>
                </a:solidFill>
              </a:rPr>
              <a:t>Visual Design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</a:rPr>
              <a:t>Paleta de Cores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91E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92608" y="2633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3B"/>
                </a:solidFill>
              </a:rPr>
              <a:t>#E91E8C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Rosa primário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3118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CTAs · destaques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48840" y="1691640"/>
            <a:ext cx="868680" cy="868680"/>
          </a:xfrm>
          <a:prstGeom prst="ellipse">
            <a:avLst/>
          </a:prstGeom>
          <a:solidFill>
            <a:srgbClr val="1A2E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984248" y="2633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3B"/>
                </a:solidFill>
              </a:rPr>
              <a:t>#1A2E3B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84248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Azul escuro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84248" y="3118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Textos · sidebar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1691640"/>
            <a:ext cx="868680" cy="868680"/>
          </a:xfrm>
          <a:prstGeom prst="ellipse">
            <a:avLst/>
          </a:prstGeom>
          <a:solidFill>
            <a:srgbClr val="E8F4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75888" y="2633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3B"/>
                </a:solidFill>
              </a:rPr>
              <a:t>#E8F4F4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75888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Teal claro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75888" y="3118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Backgrounds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32120" y="1691640"/>
            <a:ext cx="868680" cy="868680"/>
          </a:xfrm>
          <a:prstGeom prst="ellipse">
            <a:avLst/>
          </a:prstGeom>
          <a:solidFill>
            <a:srgbClr val="22C5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367528" y="2633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3B"/>
                </a:solidFill>
              </a:rPr>
              <a:t>#22C55E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67528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Verde status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67528" y="3118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Concluído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23760" y="1691640"/>
            <a:ext cx="868680" cy="8686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059168" y="2633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3B"/>
                </a:solidFill>
              </a:rPr>
              <a:t>#F59E0B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59168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Amarelo status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59168" y="3118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Em andamento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456432"/>
            <a:ext cx="8229600" cy="228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</a:rPr>
              <a:t>Tipografia — Inter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Bold 700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3977640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3B"/>
                </a:solidFill>
              </a:rPr>
              <a:t>Housi Drive — Plataforma B2B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4361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SemiBold 600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65960" y="4361688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</a:rPr>
              <a:t>Trilha visual de progresso por etapas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47457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Regular 400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474573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Arquivos trafegavam por e-mail e WhatsApp, sem rastreabilidade.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91E8C"/>
                </a:solidFill>
              </a:rPr>
              <a:t>TELAS FINAIS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High-Fidelity Showcase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664208"/>
          </a:xfrm>
          <a:prstGeom prst="rect">
            <a:avLst/>
          </a:prstGeom>
          <a:solidFill>
            <a:srgbClr val="253B4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sessions/trusting-intelligent-goldberg/mnt/HDrive/imagens/Clientes e projet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216152"/>
            <a:ext cx="3968496" cy="1417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2807208"/>
            <a:ext cx="4114800" cy="24688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11480" y="282549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Gestão consolidada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4114800" cy="1664208"/>
          </a:xfrm>
          <a:prstGeom prst="rect">
            <a:avLst/>
          </a:prstGeom>
          <a:solidFill>
            <a:srgbClr val="253B4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sessions/trusting-intelligent-goldberg/mnt/HDrive/imagens/Upload 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8032" y="1216152"/>
            <a:ext cx="3968496" cy="1417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2807208"/>
            <a:ext cx="4114800" cy="24688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4846320" y="282549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 por subetapa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" y="3108960"/>
            <a:ext cx="4114800" cy="1664208"/>
          </a:xfrm>
          <a:prstGeom prst="rect">
            <a:avLst/>
          </a:prstGeom>
          <a:solidFill>
            <a:srgbClr val="253B4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sessions/trusting-intelligent-goldberg/mnt/HDrive/imagens/arquivo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3192" y="3182112"/>
            <a:ext cx="3968496" cy="1417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0040" y="4773168"/>
            <a:ext cx="4114800" cy="24688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411480" y="479145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Drive centralizado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54880" y="3108960"/>
            <a:ext cx="4114800" cy="1664208"/>
          </a:xfrm>
          <a:prstGeom prst="rect">
            <a:avLst/>
          </a:prstGeom>
          <a:solidFill>
            <a:srgbClr val="253B4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/sessions/trusting-intelligent-goldberg/mnt/HDrive/imagens/projeto criado mvp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28032" y="3182112"/>
            <a:ext cx="3968496" cy="1417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754880" y="4773168"/>
            <a:ext cx="4114800" cy="24688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/>
          <p:nvPr/>
        </p:nvSpPr>
        <p:spPr>
          <a:xfrm>
            <a:off x="4846320" y="479145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Onboarding automático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</a:rPr>
              <a:t>RESULTADO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B"/>
                </a:solidFill>
              </a:rPr>
              <a:t>Resultados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O Housi Drive substituiu um processo inteiramente manual e fragmentado por uma plataforma centralizada com rastreabilidade completa.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E91E8C"/>
                </a:solidFill>
              </a:rPr>
              <a:t>340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65960" y="2130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</a:rPr>
              <a:t>projetos cadastrados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trilha, documentos e histórico centralizados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9008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E91E8C"/>
                </a:solidFill>
              </a:rPr>
              <a:t>+80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965960" y="3017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</a:rPr>
              <a:t>incorporadoras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65960" y="3374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com acesso ao próprio ambiente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87705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E91E8C"/>
                </a:solidFill>
              </a:rPr>
              <a:t>+8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965960" y="3904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</a:rPr>
              <a:t>colaboradores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6596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operando com visibilidade consolidada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743200" cy="3520440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/sessions/trusting-intelligent-goldberg/mnt/HDrive/imagens/NP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3640" y="1508760"/>
            <a:ext cx="2468880" cy="2926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26480" y="4736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Feedback coletado diretamente na plataforma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91E8C"/>
                </a:solidFill>
              </a:rPr>
              <a:t>APRENDIZADO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que aprendi nesse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120640" cy="2103120"/>
          </a:xfrm>
          <a:prstGeom prst="rect">
            <a:avLst/>
          </a:prstGeom>
          <a:solidFill>
            <a:srgbClr val="E8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15544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</a:rPr>
              <a:t>Aprendizado principal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</a:rPr>
              <a:t>Validaria o modelo de navegação de documentos com um protótipo antes do desenvolvimento. A decisão de usar componente pré-pronto foi correta para o prazo, mas chegamos ao limite dele antes de ter capacidade de redesenhar — um teste mais cedo teria antecipado a fricção que o usuário enfrentou por um período.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06440" y="1417320"/>
            <a:ext cx="3017520" cy="210312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8932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v3.0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89320" y="2121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Lançamento + Obras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25420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Da assinatura do contrato à entrega das chaves — duas fases, uma plataforma.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</a:rPr>
              <a:t>Meu papel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4"/>
                </a:solidFill>
              </a:rPr>
              <a:t>Design end-to-end do início ao fim — pesquisa, arquitetura, wireframes, high-fi, handoff. Da V1 à V3.0. A partir da V2, liderança de designer júnior coordenando entregas e garantindo consistência.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Housi Drive  ·  Case Study  ·  2024–2026  ·  UX Designer — end-to-end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1102</Words>
  <Application>Microsoft Macintosh PowerPoint</Application>
  <PresentationFormat>Apresentação na tela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 Drive — Case Study</dc:title>
  <dc:subject>PptxGenJS Presentation</dc:subject>
  <dc:creator>PptxGenJS</dc:creator>
  <cp:lastModifiedBy>Vinicius Falcão</cp:lastModifiedBy>
  <cp:revision>2</cp:revision>
  <dcterms:created xsi:type="dcterms:W3CDTF">2026-03-08T20:22:08Z</dcterms:created>
  <dcterms:modified xsi:type="dcterms:W3CDTF">2026-03-08T20:29:47Z</dcterms:modified>
</cp:coreProperties>
</file>